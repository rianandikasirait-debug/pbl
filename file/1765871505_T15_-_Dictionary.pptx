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0" r:id="rId2"/>
    <p:sldId id="258" r:id="rId3"/>
    <p:sldId id="259" r:id="rId4"/>
    <p:sldId id="287" r:id="rId5"/>
    <p:sldId id="302" r:id="rId6"/>
    <p:sldId id="260" r:id="rId7"/>
    <p:sldId id="291" r:id="rId8"/>
    <p:sldId id="292" r:id="rId9"/>
    <p:sldId id="284" r:id="rId10"/>
    <p:sldId id="290" r:id="rId11"/>
    <p:sldId id="289" r:id="rId12"/>
    <p:sldId id="288" r:id="rId13"/>
    <p:sldId id="261" r:id="rId14"/>
    <p:sldId id="28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8B00"/>
    <a:srgbClr val="453813"/>
    <a:srgbClr val="9E7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19C5B-8BCC-4A26-A5C3-C4E7D4C67E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58BA75-3009-D507-7F45-515F7873BC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B9FDE-1AE5-624F-B928-5C020B616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55FE-65BF-4F4D-8E67-DE02F75AE438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AF5F0-3F1E-D734-0F99-DE8EC55AE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C53BE-8703-02A1-B50C-A1BECF71B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6494C-FE9A-4F54-B3EF-5AF8BF29F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85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3114-99BD-BE6F-17A3-B294A1FD1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0954A-F6CD-80F2-21FE-6AF82990B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00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defRPr>
            </a:lvl1pPr>
            <a:lvl2pPr>
              <a:defRPr sz="180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defRPr>
            </a:lvl2pPr>
            <a:lvl3pPr>
              <a:defRPr sz="160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defRPr>
            </a:lvl3pPr>
            <a:lvl4pPr>
              <a:defRPr sz="140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defRPr>
            </a:lvl4pPr>
            <a:lvl5pPr>
              <a:defRPr sz="140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91ADF-E83B-02F2-A0EE-6472F6805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55FE-65BF-4F4D-8E67-DE02F75AE438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0935D-2255-7708-0794-82F758B32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6C698-3BFD-3F56-3350-E0B31C0FB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6494C-FE9A-4F54-B3EF-5AF8BF29F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060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000DB-0416-30B8-3DF3-226400596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22AE0-F077-4D26-C58B-1D61B00B9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C7981-DD4A-C086-CAF5-1AE163337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55FE-65BF-4F4D-8E67-DE02F75AE438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2577A-50C9-36B2-E4CC-956999A2E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44105-3A38-8EA7-C34F-125EECB70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6494C-FE9A-4F54-B3EF-5AF8BF29F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8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D9341-3AD0-6AF7-6B9D-388400298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0F135-89BD-7744-9937-CF1F8EE29B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E1FCD3-11E7-0912-0BD9-6FCF98167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89AB7E-DA46-09F6-3434-0912C4C78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55FE-65BF-4F4D-8E67-DE02F75AE438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74A96-0CEE-1BE0-45A9-0BFF85F1A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BE86E-0D15-79F9-B10C-415B315BA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6494C-FE9A-4F54-B3EF-5AF8BF29F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095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3EAEF-4E49-A8B7-6751-F3F3A1F3C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AC6BE-4BE0-B6D3-7C65-E45EC4555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C1A2C4-FF2D-5396-FAF5-2D79E7A9A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E0756E-8AD4-85BD-2525-72AD7F955D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C8C5CF-3735-3065-93AA-3765EEC4B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B24A09-0A49-E34C-8455-3DF4CF741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55FE-65BF-4F4D-8E67-DE02F75AE438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E928CF-C09B-D5B2-3F3E-E7CAEB9EA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C14263-A7CB-364A-8335-42E676DDD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6494C-FE9A-4F54-B3EF-5AF8BF29F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002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EDF2D-BFD0-E0C5-95F8-23B1B0278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7EA888-DA0B-E1E3-D271-FAFBF0589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55FE-65BF-4F4D-8E67-DE02F75AE438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7E813-5D16-3FC5-3A05-0B544BE60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E09D5-D6E8-85E1-B23F-DE3DBCA0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6494C-FE9A-4F54-B3EF-5AF8BF29F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869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CF5D2-725C-C38C-B101-5DC447D57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55FE-65BF-4F4D-8E67-DE02F75AE438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396BDF-EFE7-01CA-1C5F-86DC1A25B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7BE58-3E67-63B8-D07C-E9E5E431D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6494C-FE9A-4F54-B3EF-5AF8BF29F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84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98A52-ACB9-7933-2DD7-5D838DFFE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0724C-E5B9-2067-A860-AA50FA27B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E7AE7F-219E-6C9F-FC78-E71416696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4331D5-CDB6-BEE6-6386-672DD76D4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55FE-65BF-4F4D-8E67-DE02F75AE438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DE685-D70B-2DFA-D82C-061A1391F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814135-C933-A964-6F5C-1D3D00C44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6494C-FE9A-4F54-B3EF-5AF8BF29F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55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92840-63C3-F3C3-4D5F-FC21E5C69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B9E497-A154-D3FE-F0B2-9A7184DC1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E1C076-9D42-8F99-4002-FC31D7EBB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BB2D4-735A-3DC5-F9C0-EABC163A0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55FE-65BF-4F4D-8E67-DE02F75AE438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B70A39-3F06-9F37-9AC1-8471E2FF5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13365-6505-1212-9CDE-B5382911C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6494C-FE9A-4F54-B3EF-5AF8BF29F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055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AB221-2991-1BC1-F9AC-68E9FC397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198D5A-9572-1EE3-8E0F-2075C11ED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47F4C-0CFD-27AE-C94B-5D436DFA4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55FE-65BF-4F4D-8E67-DE02F75AE438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B80D6-01D2-D97F-95FF-A04824F22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DCF0A-091B-D815-2C8A-316479673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6494C-FE9A-4F54-B3EF-5AF8BF29F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38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2FAB5B-9912-4525-5497-AE6A12A9D3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C1492E-EFE9-F1C5-FA74-E9BD6B52E7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21945-06AD-8A97-DD33-016BDC991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55FE-65BF-4F4D-8E67-DE02F75AE438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C4F26-0E0D-DF3D-A015-4015F42A8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1C87B-CA4F-62CF-7081-7034D003A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6494C-FE9A-4F54-B3EF-5AF8BF29F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000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6955E2-C6AE-2CE5-0898-201D6E35B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047B3-B7F9-F76E-9886-42B14BFE1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E1846-F6E8-D6B0-8F69-0C19BAD125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855FE-65BF-4F4D-8E67-DE02F75AE438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DD51E-A103-7FC6-77B0-148AD2C186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47ACD-62A8-1A0E-7D40-85E4A834BF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6494C-FE9A-4F54-B3EF-5AF8BF29F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53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82E00-E3D5-AC1F-1E28-B771B9D46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493" y="1369270"/>
            <a:ext cx="10515600" cy="2852737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Dictionary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169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DD08B-DB2E-41B6-FA4C-0A49D00FE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Pengenalan</a:t>
            </a:r>
            <a:r>
              <a:rPr lang="en-US" b="1" dirty="0"/>
              <a:t> Dictionary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AB722-B222-4930-2D48-9D74FCED1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Dictionary </a:t>
            </a:r>
            <a:r>
              <a:rPr lang="en-US" sz="2200" dirty="0" err="1"/>
              <a:t>merupakan</a:t>
            </a:r>
            <a:r>
              <a:rPr lang="en-US" sz="2200" dirty="0"/>
              <a:t> </a:t>
            </a:r>
            <a:r>
              <a:rPr lang="en-US" sz="2200" dirty="0" err="1"/>
              <a:t>bentuk</a:t>
            </a:r>
            <a:r>
              <a:rPr lang="en-US" sz="2200" dirty="0"/>
              <a:t> </a:t>
            </a:r>
            <a:r>
              <a:rPr lang="en-US" sz="2200" dirty="0" err="1"/>
              <a:t>struktur</a:t>
            </a:r>
            <a:r>
              <a:rPr lang="en-US" sz="2200"/>
              <a:t> data </a:t>
            </a:r>
            <a:r>
              <a:rPr lang="en-US" sz="2200" dirty="0"/>
              <a:t>yang </a:t>
            </a:r>
            <a:r>
              <a:rPr lang="en-US" sz="2200" dirty="0" err="1"/>
              <a:t>menggunakan</a:t>
            </a:r>
            <a:r>
              <a:rPr lang="en-US" sz="2200" dirty="0"/>
              <a:t> </a:t>
            </a:r>
            <a:r>
              <a:rPr lang="en-US" sz="2200" dirty="0" err="1"/>
              <a:t>kombinasi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FFC000"/>
                </a:solidFill>
              </a:rPr>
              <a:t>key</a:t>
            </a:r>
            <a:r>
              <a:rPr lang="en-US" sz="2200" dirty="0"/>
              <a:t> dan </a:t>
            </a:r>
            <a:r>
              <a:rPr lang="en-US" sz="2200" b="1" dirty="0">
                <a:solidFill>
                  <a:srgbClr val="00B050"/>
                </a:solidFill>
              </a:rPr>
              <a:t>value</a:t>
            </a:r>
            <a:r>
              <a:rPr lang="en-US" sz="2200" dirty="0"/>
              <a:t>. </a:t>
            </a:r>
          </a:p>
          <a:p>
            <a:r>
              <a:rPr lang="en-US" sz="2200" dirty="0"/>
              <a:t>Dictionary </a:t>
            </a:r>
            <a:r>
              <a:rPr lang="en-US" sz="2200" dirty="0" err="1"/>
              <a:t>bersifat</a:t>
            </a:r>
            <a:r>
              <a:rPr lang="en-US" sz="2200" dirty="0"/>
              <a:t> mutable.</a:t>
            </a:r>
          </a:p>
          <a:p>
            <a:r>
              <a:rPr lang="en-US" sz="2200" dirty="0" err="1"/>
              <a:t>Penerapan</a:t>
            </a:r>
            <a:r>
              <a:rPr lang="en-US" sz="2200" dirty="0"/>
              <a:t> dictionary juga </a:t>
            </a:r>
            <a:r>
              <a:rPr lang="en-US" sz="2200" dirty="0" err="1"/>
              <a:t>dapat</a:t>
            </a:r>
            <a:r>
              <a:rPr lang="en-US" sz="2200" dirty="0"/>
              <a:t> </a:t>
            </a:r>
            <a:r>
              <a:rPr lang="en-US" sz="2200" dirty="0" err="1"/>
              <a:t>dilakukan</a:t>
            </a:r>
            <a:r>
              <a:rPr lang="en-US" sz="2200" dirty="0"/>
              <a:t> di </a:t>
            </a:r>
            <a:r>
              <a:rPr lang="en-US" sz="2200" dirty="0" err="1"/>
              <a:t>bahasa</a:t>
            </a:r>
            <a:r>
              <a:rPr lang="en-US" sz="2200" dirty="0"/>
              <a:t> </a:t>
            </a:r>
            <a:r>
              <a:rPr lang="en-US" sz="2200" dirty="0" err="1"/>
              <a:t>pemrograman</a:t>
            </a:r>
            <a:r>
              <a:rPr lang="en-US" sz="2200" dirty="0"/>
              <a:t> </a:t>
            </a:r>
            <a:r>
              <a:rPr lang="en-US" sz="2200" dirty="0" err="1"/>
              <a:t>lainnya</a:t>
            </a:r>
            <a:r>
              <a:rPr lang="en-US" sz="2200" dirty="0"/>
              <a:t> </a:t>
            </a:r>
            <a:r>
              <a:rPr lang="en-US" sz="2200" dirty="0" err="1"/>
              <a:t>dengan</a:t>
            </a:r>
            <a:r>
              <a:rPr lang="en-US" sz="2200" dirty="0"/>
              <a:t> </a:t>
            </a:r>
            <a:r>
              <a:rPr lang="en-US" sz="2200" dirty="0" err="1"/>
              <a:t>istilah</a:t>
            </a:r>
            <a:r>
              <a:rPr lang="en-US" sz="2200" dirty="0"/>
              <a:t> lain </a:t>
            </a:r>
            <a:r>
              <a:rPr lang="en-US" sz="2200" dirty="0" err="1"/>
              <a:t>seperti</a:t>
            </a:r>
            <a:r>
              <a:rPr lang="en-US" sz="2200" dirty="0"/>
              <a:t> </a:t>
            </a:r>
            <a:r>
              <a:rPr lang="en-US" sz="2200" i="1" dirty="0"/>
              <a:t>associative memories </a:t>
            </a:r>
            <a:r>
              <a:rPr lang="en-US" sz="2200" dirty="0" err="1"/>
              <a:t>ataupun</a:t>
            </a:r>
            <a:r>
              <a:rPr lang="en-US" sz="2200" dirty="0"/>
              <a:t> </a:t>
            </a:r>
            <a:r>
              <a:rPr lang="en-US" sz="2200" i="1" dirty="0"/>
              <a:t>associative arrays</a:t>
            </a:r>
            <a:r>
              <a:rPr lang="en-US" sz="2200" dirty="0"/>
              <a:t>.</a:t>
            </a:r>
          </a:p>
          <a:p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615968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E1ADE-4611-9C34-7B8B-7A9CBF01D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Membuat</a:t>
            </a:r>
            <a:r>
              <a:rPr lang="en-US" b="1" dirty="0"/>
              <a:t> Dictionary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A123A3D-4B9A-DAE1-3812-9F2D388D4392}"/>
              </a:ext>
            </a:extLst>
          </p:cNvPr>
          <p:cNvGrpSpPr/>
          <p:nvPr/>
        </p:nvGrpSpPr>
        <p:grpSpPr>
          <a:xfrm>
            <a:off x="2317465" y="2308563"/>
            <a:ext cx="7702024" cy="3355750"/>
            <a:chOff x="2531473" y="1861091"/>
            <a:chExt cx="7702024" cy="335575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05AFCA3-B704-713B-DCB5-D22975C2A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31473" y="2616516"/>
              <a:ext cx="5143500" cy="2600325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B5A7A44-5035-4A9A-0050-C8E569F3BE8D}"/>
                </a:ext>
              </a:extLst>
            </p:cNvPr>
            <p:cNvSpPr/>
            <p:nvPr/>
          </p:nvSpPr>
          <p:spPr>
            <a:xfrm>
              <a:off x="3675016" y="2952204"/>
              <a:ext cx="687977" cy="374469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97FB997-33CA-0F38-5919-DE14BDB62237}"/>
                </a:ext>
              </a:extLst>
            </p:cNvPr>
            <p:cNvSpPr/>
            <p:nvPr/>
          </p:nvSpPr>
          <p:spPr>
            <a:xfrm>
              <a:off x="4558936" y="3243941"/>
              <a:ext cx="687977" cy="374469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EE448B9-67CE-00A8-011D-97B08F8C0F9E}"/>
                </a:ext>
              </a:extLst>
            </p:cNvPr>
            <p:cNvCxnSpPr>
              <a:stCxn id="6" idx="7"/>
            </p:cNvCxnSpPr>
            <p:nvPr/>
          </p:nvCxnSpPr>
          <p:spPr>
            <a:xfrm flipV="1">
              <a:off x="4262241" y="2255520"/>
              <a:ext cx="1171908" cy="751524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93301AC-B611-13AB-423D-534607A1F08F}"/>
                </a:ext>
              </a:extLst>
            </p:cNvPr>
            <p:cNvCxnSpPr/>
            <p:nvPr/>
          </p:nvCxnSpPr>
          <p:spPr>
            <a:xfrm>
              <a:off x="5246913" y="3431175"/>
              <a:ext cx="3435533" cy="3984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CC95602-ADE1-C14E-8D83-9FFED1686F95}"/>
                </a:ext>
              </a:extLst>
            </p:cNvPr>
            <p:cNvSpPr txBox="1"/>
            <p:nvPr/>
          </p:nvSpPr>
          <p:spPr>
            <a:xfrm>
              <a:off x="8692788" y="3618410"/>
              <a:ext cx="154070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92D050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value</a:t>
              </a:r>
              <a:endParaRPr lang="en-US" sz="3200" b="1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F0A1A52-D409-CA45-6C16-7AC92967FB69}"/>
                </a:ext>
              </a:extLst>
            </p:cNvPr>
            <p:cNvSpPr txBox="1"/>
            <p:nvPr/>
          </p:nvSpPr>
          <p:spPr>
            <a:xfrm>
              <a:off x="5399956" y="1861091"/>
              <a:ext cx="9329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key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1606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0E392-FD74-D9BD-E4C6-ED9196AFB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Dictionary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84718-5083-4346-B18E-FC4BA8A32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220" y="1690688"/>
            <a:ext cx="9736739" cy="15093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Ada </a:t>
            </a:r>
            <a:r>
              <a:rPr lang="en-US" sz="2400" b="1" dirty="0"/>
              <a:t>2</a:t>
            </a:r>
            <a:r>
              <a:rPr lang="en-US" sz="2400" dirty="0"/>
              <a:t> </a:t>
            </a:r>
            <a:r>
              <a:rPr lang="en-US" sz="2400" dirty="0" err="1"/>
              <a:t>aturan</a:t>
            </a:r>
            <a:r>
              <a:rPr lang="en-US" sz="2400" dirty="0"/>
              <a:t> </a:t>
            </a:r>
            <a:r>
              <a:rPr lang="en-US" sz="2400" dirty="0" err="1"/>
              <a:t>utama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membuat</a:t>
            </a:r>
            <a:r>
              <a:rPr lang="en-US" sz="2400" dirty="0"/>
              <a:t> key di Dictionary: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Key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diterapkan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</a:t>
            </a:r>
            <a:r>
              <a:rPr lang="en-US" sz="2000" dirty="0" err="1"/>
              <a:t>berbagai</a:t>
            </a:r>
            <a:r>
              <a:rPr lang="en-US" sz="2000" dirty="0"/>
              <a:t> </a:t>
            </a:r>
            <a:r>
              <a:rPr lang="en-US" sz="2000" dirty="0" err="1"/>
              <a:t>macam</a:t>
            </a:r>
            <a:r>
              <a:rPr lang="en-US" sz="2000" dirty="0"/>
              <a:t> </a:t>
            </a:r>
            <a:r>
              <a:rPr lang="en-US" sz="2000" dirty="0" err="1"/>
              <a:t>tipe</a:t>
            </a:r>
            <a:r>
              <a:rPr lang="en-US" sz="2000" dirty="0"/>
              <a:t> data.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Key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sebuah</a:t>
            </a:r>
            <a:r>
              <a:rPr lang="en-US" sz="2000" dirty="0"/>
              <a:t> dictionary </a:t>
            </a:r>
            <a:r>
              <a:rPr lang="en-US" sz="2000" dirty="0" err="1"/>
              <a:t>bersifat</a:t>
            </a:r>
            <a:r>
              <a:rPr lang="en-US" sz="2000" dirty="0"/>
              <a:t> </a:t>
            </a:r>
            <a:r>
              <a:rPr lang="en-US" sz="2000" b="1" dirty="0" err="1"/>
              <a:t>unik</a:t>
            </a:r>
            <a:r>
              <a:rPr lang="en-US" sz="2000" dirty="0"/>
              <a:t>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98DECA-10CF-5B20-E9B9-7A74265C5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390" y="3498351"/>
            <a:ext cx="3744686" cy="25905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CC7EAB-FA8F-FFE7-0F2A-BE6A0B0BC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927" y="3498352"/>
            <a:ext cx="3605934" cy="262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318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422B2-8C35-287A-088A-9A9F1FAA7165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sz="5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Metode</a:t>
            </a:r>
            <a:r>
              <a:rPr lang="en-US" sz="5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Dictionary</a:t>
            </a:r>
          </a:p>
        </p:txBody>
      </p:sp>
    </p:spTree>
    <p:extLst>
      <p:ext uri="{BB962C8B-B14F-4D97-AF65-F5344CB8AC3E}">
        <p14:creationId xmlns:p14="http://schemas.microsoft.com/office/powerpoint/2010/main" val="4075644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0E761-2FB9-47A3-5D1A-7CE993375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303" y="1647904"/>
            <a:ext cx="3812177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Cara </a:t>
            </a:r>
            <a:r>
              <a:rPr lang="en-US" b="1" dirty="0" err="1"/>
              <a:t>mengakses</a:t>
            </a:r>
            <a:r>
              <a:rPr lang="en-US" b="1" dirty="0"/>
              <a:t> Dictionary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614671-7F50-5F48-AA57-32B06FA9CCA8}"/>
              </a:ext>
            </a:extLst>
          </p:cNvPr>
          <p:cNvSpPr txBox="1"/>
          <p:nvPr/>
        </p:nvSpPr>
        <p:spPr>
          <a:xfrm>
            <a:off x="5628363" y="4913822"/>
            <a:ext cx="58442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Pertanyaan</a:t>
            </a:r>
            <a:r>
              <a:rPr lang="en-US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r>
              <a:rPr lang="en-US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Apa</a:t>
            </a:r>
            <a:r>
              <a:rPr lang="en-US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perbedaan</a:t>
            </a:r>
            <a:r>
              <a:rPr lang="en-US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antara</a:t>
            </a:r>
            <a:r>
              <a:rPr lang="en-US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baris 6 dan 7??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0E7D84-3179-71A4-CAFA-A3A7F9816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503" y="1806655"/>
            <a:ext cx="5695950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347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84AD67F-DB93-16C0-0A3B-3EE5ABA23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Menambahkan</a:t>
            </a:r>
            <a:r>
              <a:rPr lang="en-US" b="1" dirty="0"/>
              <a:t> </a:t>
            </a:r>
            <a:r>
              <a:rPr lang="en-US" b="1" dirty="0" err="1"/>
              <a:t>elemen</a:t>
            </a:r>
            <a:r>
              <a:rPr lang="en-US" b="1" dirty="0"/>
              <a:t> </a:t>
            </a:r>
            <a:r>
              <a:rPr lang="en-US" b="1" dirty="0" err="1"/>
              <a:t>ke</a:t>
            </a:r>
            <a:r>
              <a:rPr lang="en-US" b="1" dirty="0"/>
              <a:t> dictionary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46EEC34-F142-6663-2722-E22C2CCCC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77612" cy="4351338"/>
          </a:xfrm>
        </p:spPr>
        <p:txBody>
          <a:bodyPr>
            <a:normAutofit/>
          </a:bodyPr>
          <a:lstStyle/>
          <a:p>
            <a:r>
              <a:rPr lang="en-US" sz="2200" dirty="0" err="1"/>
              <a:t>Elemen</a:t>
            </a:r>
            <a:r>
              <a:rPr lang="en-US" sz="2200" dirty="0"/>
              <a:t> </a:t>
            </a:r>
            <a:r>
              <a:rPr lang="en-US" sz="2200" dirty="0" err="1"/>
              <a:t>dapat</a:t>
            </a:r>
            <a:r>
              <a:rPr lang="en-US" sz="2200" dirty="0"/>
              <a:t> </a:t>
            </a:r>
            <a:r>
              <a:rPr lang="en-US" sz="2200" dirty="0" err="1"/>
              <a:t>ditambahkan</a:t>
            </a:r>
            <a:r>
              <a:rPr lang="en-US" sz="2200" dirty="0"/>
              <a:t> </a:t>
            </a:r>
            <a:r>
              <a:rPr lang="en-US" sz="2200" dirty="0" err="1"/>
              <a:t>secara</a:t>
            </a:r>
            <a:r>
              <a:rPr lang="en-US" sz="2200" dirty="0"/>
              <a:t> </a:t>
            </a:r>
            <a:r>
              <a:rPr lang="en-US" sz="2200" dirty="0" err="1"/>
              <a:t>langsung</a:t>
            </a:r>
            <a:r>
              <a:rPr lang="en-US" sz="2200" dirty="0"/>
              <a:t> </a:t>
            </a:r>
            <a:r>
              <a:rPr lang="en-US" sz="2200" dirty="0" err="1"/>
              <a:t>dengan</a:t>
            </a:r>
            <a:r>
              <a:rPr lang="en-US" sz="2200" dirty="0"/>
              <a:t> operator assignment </a:t>
            </a:r>
            <a:r>
              <a:rPr lang="en-US" sz="2200" dirty="0" err="1"/>
              <a:t>dengan</a:t>
            </a:r>
            <a:r>
              <a:rPr lang="en-US" sz="2200" dirty="0"/>
              <a:t> </a:t>
            </a:r>
            <a:r>
              <a:rPr lang="en-US" sz="2200" dirty="0" err="1"/>
              <a:t>menyebutkan</a:t>
            </a:r>
            <a:r>
              <a:rPr lang="en-US" sz="2200" dirty="0"/>
              <a:t> </a:t>
            </a:r>
            <a:r>
              <a:rPr lang="en-US" sz="2200" dirty="0" err="1"/>
              <a:t>kombinasi</a:t>
            </a:r>
            <a:r>
              <a:rPr lang="en-US" sz="2200" dirty="0"/>
              <a:t> key dan value.</a:t>
            </a:r>
          </a:p>
          <a:p>
            <a:r>
              <a:rPr lang="en-US" sz="2200" dirty="0" err="1"/>
              <a:t>Elemen</a:t>
            </a:r>
            <a:r>
              <a:rPr lang="en-US" sz="2200" dirty="0"/>
              <a:t> </a:t>
            </a:r>
            <a:r>
              <a:rPr lang="en-US" sz="2200" dirty="0" err="1"/>
              <a:t>terbaru</a:t>
            </a:r>
            <a:r>
              <a:rPr lang="en-US" sz="2200" dirty="0"/>
              <a:t> </a:t>
            </a:r>
            <a:r>
              <a:rPr lang="en-US" sz="2200" dirty="0" err="1"/>
              <a:t>akan</a:t>
            </a:r>
            <a:r>
              <a:rPr lang="en-US" sz="2200" dirty="0"/>
              <a:t> </a:t>
            </a:r>
            <a:r>
              <a:rPr lang="en-US" sz="2200" dirty="0" err="1"/>
              <a:t>ditambahkan</a:t>
            </a:r>
            <a:r>
              <a:rPr lang="en-US" sz="2200" dirty="0"/>
              <a:t> di </a:t>
            </a:r>
            <a:r>
              <a:rPr lang="en-US" sz="2200" dirty="0" err="1"/>
              <a:t>akhir</a:t>
            </a:r>
            <a:r>
              <a:rPr lang="en-US" sz="2200" dirty="0"/>
              <a:t> dictionary.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5F55BD-AD31-EDA6-9677-71480AF8EE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75"/>
          <a:stretch/>
        </p:blipFill>
        <p:spPr>
          <a:xfrm>
            <a:off x="5898408" y="2050727"/>
            <a:ext cx="5455392" cy="377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070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720C7-C079-5B78-ECCF-815ECD0C1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Mengubah</a:t>
            </a:r>
            <a:r>
              <a:rPr lang="en-US" b="1" dirty="0"/>
              <a:t> value </a:t>
            </a:r>
            <a:r>
              <a:rPr lang="en-US" b="1" dirty="0" err="1"/>
              <a:t>dari</a:t>
            </a:r>
            <a:r>
              <a:rPr lang="en-US" b="1" dirty="0"/>
              <a:t>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9B8FB-B260-C08E-CFBA-02CFB1593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80453" cy="4351338"/>
          </a:xfrm>
        </p:spPr>
        <p:txBody>
          <a:bodyPr>
            <a:normAutofit/>
          </a:bodyPr>
          <a:lstStyle/>
          <a:p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mengubah</a:t>
            </a:r>
            <a:r>
              <a:rPr lang="en-US" sz="2200" dirty="0"/>
              <a:t> </a:t>
            </a:r>
            <a:r>
              <a:rPr lang="en-US" sz="2200" dirty="0" err="1"/>
              <a:t>nilai</a:t>
            </a:r>
            <a:r>
              <a:rPr lang="en-US" sz="2200" dirty="0"/>
              <a:t> </a:t>
            </a:r>
            <a:r>
              <a:rPr lang="en-US" sz="2200" dirty="0" err="1"/>
              <a:t>dari</a:t>
            </a:r>
            <a:r>
              <a:rPr lang="en-US" sz="2200" dirty="0"/>
              <a:t> key, </a:t>
            </a:r>
            <a:r>
              <a:rPr lang="en-US" sz="2200" dirty="0" err="1"/>
              <a:t>kita</a:t>
            </a:r>
            <a:r>
              <a:rPr lang="en-US" sz="2200" dirty="0"/>
              <a:t> juga </a:t>
            </a:r>
            <a:r>
              <a:rPr lang="en-US" sz="2200" dirty="0" err="1"/>
              <a:t>harus</a:t>
            </a:r>
            <a:r>
              <a:rPr lang="en-US" sz="2200" dirty="0"/>
              <a:t> </a:t>
            </a:r>
            <a:r>
              <a:rPr lang="en-US" sz="2200" dirty="0" err="1"/>
              <a:t>menggunakan</a:t>
            </a:r>
            <a:r>
              <a:rPr lang="en-US" sz="2200" dirty="0"/>
              <a:t> operator assignment.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E95FB2-071A-5B35-2FA0-A0DCF525A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450" y="1982966"/>
            <a:ext cx="6186257" cy="403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302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978539-DB36-D008-75BC-878D11BB9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Metode</a:t>
            </a:r>
            <a:r>
              <a:rPr lang="en-US" b="1" dirty="0"/>
              <a:t> keys() dan values()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8C9248-7AFE-0340-6E40-43284E52A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082" y="1825625"/>
            <a:ext cx="4021181" cy="4351338"/>
          </a:xfrm>
        </p:spPr>
        <p:txBody>
          <a:bodyPr>
            <a:normAutofit/>
          </a:bodyPr>
          <a:lstStyle/>
          <a:p>
            <a:r>
              <a:rPr lang="en-US" sz="2200" dirty="0" err="1"/>
              <a:t>Kedua</a:t>
            </a:r>
            <a:r>
              <a:rPr lang="en-US" sz="2200" dirty="0"/>
              <a:t> </a:t>
            </a:r>
            <a:r>
              <a:rPr lang="en-US" sz="2200" dirty="0" err="1"/>
              <a:t>metode</a:t>
            </a:r>
            <a:r>
              <a:rPr lang="en-US" sz="2200" dirty="0"/>
              <a:t> </a:t>
            </a:r>
            <a:r>
              <a:rPr lang="en-US" sz="2200" dirty="0" err="1"/>
              <a:t>ini</a:t>
            </a:r>
            <a:r>
              <a:rPr lang="en-US" sz="2200" dirty="0"/>
              <a:t> </a:t>
            </a:r>
            <a:r>
              <a:rPr lang="en-US" sz="2200" dirty="0" err="1"/>
              <a:t>digunakan</a:t>
            </a:r>
            <a:r>
              <a:rPr lang="en-US" sz="2200" dirty="0"/>
              <a:t>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menampilkan</a:t>
            </a:r>
            <a:r>
              <a:rPr lang="en-US" sz="2200" dirty="0"/>
              <a:t> keys dan values </a:t>
            </a:r>
            <a:r>
              <a:rPr lang="en-US" sz="2200" dirty="0" err="1"/>
              <a:t>dari</a:t>
            </a:r>
            <a:r>
              <a:rPr lang="en-US" sz="2200" dirty="0"/>
              <a:t> </a:t>
            </a:r>
            <a:r>
              <a:rPr lang="en-US" sz="2200" dirty="0" err="1"/>
              <a:t>sebuah</a:t>
            </a:r>
            <a:r>
              <a:rPr lang="en-US" sz="2200" dirty="0"/>
              <a:t> dictionary.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6DA8CD-F366-0EBF-4F1F-3D8D9AB22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019" y="1825625"/>
            <a:ext cx="5818196" cy="4162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19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D9882-870A-0C5A-C1E4-9F42CC76A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Metode</a:t>
            </a:r>
            <a:r>
              <a:rPr lang="en-US" b="1" dirty="0"/>
              <a:t> update()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3FCF7-EEDC-9A32-5275-68A31879F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92420" cy="4351338"/>
          </a:xfrm>
        </p:spPr>
        <p:txBody>
          <a:bodyPr>
            <a:normAutofit/>
          </a:bodyPr>
          <a:lstStyle/>
          <a:p>
            <a:r>
              <a:rPr lang="en-US" sz="2200" dirty="0" err="1"/>
              <a:t>Metode</a:t>
            </a:r>
            <a:r>
              <a:rPr lang="en-US" sz="2200" dirty="0"/>
              <a:t> </a:t>
            </a:r>
            <a:r>
              <a:rPr lang="en-US" sz="2200" dirty="0" err="1"/>
              <a:t>ini</a:t>
            </a:r>
            <a:r>
              <a:rPr lang="en-US" sz="2200" dirty="0"/>
              <a:t> </a:t>
            </a:r>
            <a:r>
              <a:rPr lang="en-US" sz="2200" dirty="0" err="1"/>
              <a:t>digunakan</a:t>
            </a:r>
            <a:r>
              <a:rPr lang="en-US" sz="2200" dirty="0"/>
              <a:t>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menambah</a:t>
            </a:r>
            <a:r>
              <a:rPr lang="en-US" sz="2200" dirty="0"/>
              <a:t> </a:t>
            </a:r>
            <a:r>
              <a:rPr lang="en-US" sz="2200" dirty="0" err="1"/>
              <a:t>elemen</a:t>
            </a:r>
            <a:r>
              <a:rPr lang="en-US" sz="2200" dirty="0"/>
              <a:t> </a:t>
            </a:r>
            <a:r>
              <a:rPr lang="en-US" sz="2200" dirty="0" err="1"/>
              <a:t>kedalam</a:t>
            </a:r>
            <a:r>
              <a:rPr lang="en-US" sz="2200" dirty="0"/>
              <a:t> dictionary </a:t>
            </a:r>
            <a:r>
              <a:rPr lang="en-US" sz="2200" dirty="0" err="1"/>
              <a:t>selain</a:t>
            </a:r>
            <a:r>
              <a:rPr lang="en-US" sz="2200" dirty="0"/>
              <a:t> </a:t>
            </a:r>
            <a:r>
              <a:rPr lang="en-US" sz="2200" dirty="0" err="1"/>
              <a:t>dari</a:t>
            </a:r>
            <a:r>
              <a:rPr lang="en-US" sz="2200" dirty="0"/>
              <a:t> </a:t>
            </a:r>
            <a:r>
              <a:rPr lang="en-US" sz="2200" dirty="0" err="1"/>
              <a:t>menggunakan</a:t>
            </a:r>
            <a:r>
              <a:rPr lang="en-US" sz="2200" dirty="0"/>
              <a:t> operator assignment.</a:t>
            </a:r>
          </a:p>
          <a:p>
            <a:r>
              <a:rPr lang="en-US" sz="2200" dirty="0" err="1"/>
              <a:t>Melakukan</a:t>
            </a:r>
            <a:r>
              <a:rPr lang="en-US" sz="2200" dirty="0"/>
              <a:t> merge dictionary </a:t>
            </a:r>
            <a:r>
              <a:rPr lang="en-US" sz="2200" dirty="0" err="1"/>
              <a:t>atau</a:t>
            </a:r>
            <a:r>
              <a:rPr lang="en-US" sz="2200" dirty="0"/>
              <a:t> </a:t>
            </a:r>
            <a:r>
              <a:rPr lang="en-US" sz="2200" dirty="0" err="1"/>
              <a:t>menggabungkan</a:t>
            </a:r>
            <a:r>
              <a:rPr lang="en-US" sz="2200" dirty="0"/>
              <a:t> 2 dictionary.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993225-A5A7-AC37-E3D1-473C38042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435" y="1825625"/>
            <a:ext cx="539591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813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65F2F-FE03-E7C5-AB5D-15766E2A5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Metode</a:t>
            </a:r>
            <a:r>
              <a:rPr lang="en-US" b="1" dirty="0"/>
              <a:t> pop() dan </a:t>
            </a:r>
            <a:r>
              <a:rPr lang="en-US" b="1" dirty="0" err="1"/>
              <a:t>popitem</a:t>
            </a:r>
            <a:r>
              <a:rPr lang="en-US" b="1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BB2E1-EEEF-ABA1-54BD-B94066DB4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491446" cy="4601301"/>
          </a:xfrm>
        </p:spPr>
        <p:txBody>
          <a:bodyPr>
            <a:normAutofit/>
          </a:bodyPr>
          <a:lstStyle/>
          <a:p>
            <a:r>
              <a:rPr lang="en-US" sz="2200" dirty="0" err="1"/>
              <a:t>Kedua</a:t>
            </a:r>
            <a:r>
              <a:rPr lang="en-US" sz="2200" dirty="0"/>
              <a:t> </a:t>
            </a:r>
            <a:r>
              <a:rPr lang="en-US" sz="2200" dirty="0" err="1"/>
              <a:t>metode</a:t>
            </a:r>
            <a:r>
              <a:rPr lang="en-US" sz="2200" dirty="0"/>
              <a:t> </a:t>
            </a:r>
            <a:r>
              <a:rPr lang="en-US" sz="2200" dirty="0" err="1"/>
              <a:t>ini</a:t>
            </a:r>
            <a:r>
              <a:rPr lang="en-US" sz="2200" dirty="0"/>
              <a:t> </a:t>
            </a:r>
            <a:r>
              <a:rPr lang="en-US" sz="2200" dirty="0" err="1"/>
              <a:t>digunakan</a:t>
            </a:r>
            <a:r>
              <a:rPr lang="en-US" sz="2200" dirty="0"/>
              <a:t>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menghapus</a:t>
            </a:r>
            <a:r>
              <a:rPr lang="en-US" sz="2200" dirty="0"/>
              <a:t> </a:t>
            </a:r>
            <a:r>
              <a:rPr lang="en-US" sz="2200" dirty="0" err="1"/>
              <a:t>elemen</a:t>
            </a:r>
            <a:r>
              <a:rPr lang="en-US" sz="2200" dirty="0"/>
              <a:t> </a:t>
            </a:r>
            <a:r>
              <a:rPr lang="en-US" sz="2200" dirty="0" err="1"/>
              <a:t>dari</a:t>
            </a:r>
            <a:r>
              <a:rPr lang="en-US" sz="2200" dirty="0"/>
              <a:t> dictionary.</a:t>
            </a:r>
          </a:p>
          <a:p>
            <a:r>
              <a:rPr lang="en-US" sz="2200" dirty="0" err="1"/>
              <a:t>Metode</a:t>
            </a:r>
            <a:r>
              <a:rPr lang="en-US" sz="2200" dirty="0"/>
              <a:t> </a:t>
            </a:r>
            <a:r>
              <a:rPr lang="en-US" sz="2200" dirty="0">
                <a:latin typeface="Consolas" panose="020B0609020204030204" pitchFamily="49" charset="0"/>
              </a:rPr>
              <a:t>pop() </a:t>
            </a:r>
            <a:r>
              <a:rPr lang="en-US" sz="2200" dirty="0" err="1"/>
              <a:t>membutuhkan</a:t>
            </a:r>
            <a:r>
              <a:rPr lang="en-US" sz="2200" dirty="0"/>
              <a:t> 1 parameter </a:t>
            </a:r>
            <a:r>
              <a:rPr lang="en-US" sz="2200" dirty="0" err="1"/>
              <a:t>wajib</a:t>
            </a:r>
            <a:r>
              <a:rPr lang="en-US" sz="2200" dirty="0"/>
              <a:t> </a:t>
            </a:r>
            <a:r>
              <a:rPr lang="en-US" sz="2200" dirty="0" err="1"/>
              <a:t>berupa</a:t>
            </a:r>
            <a:r>
              <a:rPr lang="en-US" sz="2200" dirty="0"/>
              <a:t> key yang </a:t>
            </a:r>
            <a:r>
              <a:rPr lang="en-US" sz="2200" dirty="0" err="1"/>
              <a:t>harus</a:t>
            </a:r>
            <a:r>
              <a:rPr lang="en-US" sz="2200" dirty="0"/>
              <a:t> </a:t>
            </a:r>
            <a:r>
              <a:rPr lang="en-US" sz="2200" dirty="0" err="1"/>
              <a:t>disertakan</a:t>
            </a:r>
            <a:r>
              <a:rPr lang="en-US" sz="2200" dirty="0"/>
              <a:t> </a:t>
            </a:r>
            <a:r>
              <a:rPr lang="en-US" sz="2200" dirty="0" err="1"/>
              <a:t>saat</a:t>
            </a:r>
            <a:r>
              <a:rPr lang="en-US" sz="2200" dirty="0"/>
              <a:t> </a:t>
            </a:r>
            <a:r>
              <a:rPr lang="en-US" sz="2200" dirty="0" err="1"/>
              <a:t>pemanggilan</a:t>
            </a:r>
            <a:r>
              <a:rPr lang="en-US" sz="2200" dirty="0"/>
              <a:t>.</a:t>
            </a:r>
          </a:p>
          <a:p>
            <a:r>
              <a:rPr lang="en-US" sz="2200" dirty="0" err="1"/>
              <a:t>Metode</a:t>
            </a:r>
            <a:r>
              <a:rPr lang="en-US" sz="2200" dirty="0"/>
              <a:t> </a:t>
            </a:r>
            <a:r>
              <a:rPr lang="en-US" sz="2200" dirty="0" err="1">
                <a:latin typeface="Consolas" panose="020B0609020204030204" pitchFamily="49" charset="0"/>
              </a:rPr>
              <a:t>popitem</a:t>
            </a:r>
            <a:r>
              <a:rPr lang="en-US" sz="2200" dirty="0">
                <a:latin typeface="Consolas" panose="020B0609020204030204" pitchFamily="49" charset="0"/>
              </a:rPr>
              <a:t>() </a:t>
            </a:r>
            <a:r>
              <a:rPr lang="en-US" sz="2200" dirty="0" err="1"/>
              <a:t>akan</a:t>
            </a:r>
            <a:r>
              <a:rPr lang="en-US" sz="2200" dirty="0"/>
              <a:t> </a:t>
            </a:r>
            <a:r>
              <a:rPr lang="en-US" sz="2200" dirty="0" err="1"/>
              <a:t>menghapus</a:t>
            </a:r>
            <a:r>
              <a:rPr lang="en-US" sz="2200" dirty="0"/>
              <a:t> </a:t>
            </a:r>
            <a:r>
              <a:rPr lang="en-US" sz="2200" dirty="0" err="1"/>
              <a:t>elemen</a:t>
            </a:r>
            <a:r>
              <a:rPr lang="en-US" sz="2200" dirty="0"/>
              <a:t> </a:t>
            </a:r>
            <a:r>
              <a:rPr lang="en-US" sz="2200" dirty="0" err="1"/>
              <a:t>terakhir</a:t>
            </a:r>
            <a:r>
              <a:rPr lang="en-US" sz="2200" dirty="0"/>
              <a:t> </a:t>
            </a:r>
            <a:r>
              <a:rPr lang="en-US" sz="2200" dirty="0" err="1"/>
              <a:t>dari</a:t>
            </a:r>
            <a:r>
              <a:rPr lang="en-US" sz="2200" dirty="0"/>
              <a:t> dictionary.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6BA6E2-18D2-BD6E-2B1A-3DC7F9F48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0835" y="1968138"/>
            <a:ext cx="5436927" cy="399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645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9D07-502E-C367-19BF-80004F57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Metode</a:t>
            </a:r>
            <a:r>
              <a:rPr lang="en-US" b="1" dirty="0"/>
              <a:t> clear()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A6AD9-C0CA-C8EF-08D9-9D2A535C7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38303" cy="4351338"/>
          </a:xfrm>
        </p:spPr>
        <p:txBody>
          <a:bodyPr>
            <a:normAutofit/>
          </a:bodyPr>
          <a:lstStyle/>
          <a:p>
            <a:r>
              <a:rPr lang="en-US" sz="2200" dirty="0" err="1"/>
              <a:t>Metode</a:t>
            </a:r>
            <a:r>
              <a:rPr lang="en-US" sz="2200" dirty="0"/>
              <a:t> </a:t>
            </a:r>
            <a:r>
              <a:rPr lang="en-US" sz="2200" dirty="0" err="1"/>
              <a:t>ini</a:t>
            </a:r>
            <a:r>
              <a:rPr lang="en-US" sz="2200" dirty="0"/>
              <a:t> </a:t>
            </a:r>
            <a:r>
              <a:rPr lang="en-US" sz="2200" dirty="0" err="1"/>
              <a:t>digunakan</a:t>
            </a:r>
            <a:r>
              <a:rPr lang="en-US" sz="2200" dirty="0"/>
              <a:t>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menghapus</a:t>
            </a:r>
            <a:r>
              <a:rPr lang="en-US" sz="2200" dirty="0"/>
              <a:t> </a:t>
            </a:r>
            <a:r>
              <a:rPr lang="en-US" sz="2200" dirty="0" err="1"/>
              <a:t>semua</a:t>
            </a:r>
            <a:r>
              <a:rPr lang="en-US" sz="2200" dirty="0"/>
              <a:t> </a:t>
            </a:r>
            <a:r>
              <a:rPr lang="en-US" sz="2200" dirty="0" err="1"/>
              <a:t>elemen</a:t>
            </a:r>
            <a:r>
              <a:rPr lang="en-US" sz="2200" dirty="0"/>
              <a:t> di </a:t>
            </a:r>
            <a:r>
              <a:rPr lang="en-US" sz="2200" dirty="0" err="1"/>
              <a:t>dalam</a:t>
            </a:r>
            <a:r>
              <a:rPr lang="en-US" sz="2200" dirty="0"/>
              <a:t> dictionary </a:t>
            </a:r>
            <a:r>
              <a:rPr lang="en-US" sz="2200" dirty="0" err="1"/>
              <a:t>baik</a:t>
            </a:r>
            <a:r>
              <a:rPr lang="en-US" sz="2200" dirty="0"/>
              <a:t> key </a:t>
            </a:r>
            <a:r>
              <a:rPr lang="en-US" sz="2200" dirty="0" err="1"/>
              <a:t>maupun</a:t>
            </a:r>
            <a:r>
              <a:rPr lang="en-US" sz="2200" dirty="0"/>
              <a:t> </a:t>
            </a:r>
            <a:r>
              <a:rPr lang="en-US" sz="2200" dirty="0" err="1"/>
              <a:t>valuesnya</a:t>
            </a:r>
            <a:r>
              <a:rPr lang="en-US" sz="2200" dirty="0"/>
              <a:t>.</a:t>
            </a:r>
          </a:p>
          <a:p>
            <a:r>
              <a:rPr lang="en-US" sz="2200" dirty="0"/>
              <a:t>Dictionary </a:t>
            </a:r>
            <a:r>
              <a:rPr lang="en-US" sz="2200" dirty="0" err="1"/>
              <a:t>kosong</a:t>
            </a:r>
            <a:r>
              <a:rPr lang="en-US" sz="2200" dirty="0"/>
              <a:t> </a:t>
            </a:r>
            <a:r>
              <a:rPr lang="en-US" sz="2200" dirty="0" err="1"/>
              <a:t>hasil</a:t>
            </a:r>
            <a:r>
              <a:rPr lang="en-US" sz="2200" dirty="0"/>
              <a:t> </a:t>
            </a:r>
            <a:r>
              <a:rPr lang="en-US" sz="2200" dirty="0" err="1"/>
              <a:t>dari</a:t>
            </a:r>
            <a:r>
              <a:rPr lang="en-US" sz="2200" dirty="0"/>
              <a:t> </a:t>
            </a:r>
            <a:r>
              <a:rPr lang="en-US" sz="2200" dirty="0" err="1"/>
              <a:t>metode</a:t>
            </a:r>
            <a:r>
              <a:rPr lang="en-US" sz="2200" dirty="0"/>
              <a:t> </a:t>
            </a:r>
            <a:r>
              <a:rPr lang="en-US" sz="2200" dirty="0" err="1"/>
              <a:t>ini</a:t>
            </a:r>
            <a:r>
              <a:rPr lang="en-US" sz="2200" dirty="0"/>
              <a:t> </a:t>
            </a:r>
            <a:r>
              <a:rPr lang="en-US" sz="2200" dirty="0" err="1"/>
              <a:t>mengembalikan</a:t>
            </a:r>
            <a:r>
              <a:rPr lang="en-US" sz="2200" dirty="0"/>
              <a:t> </a:t>
            </a:r>
            <a:r>
              <a:rPr lang="en-US" sz="2200" dirty="0" err="1"/>
              <a:t>nilai</a:t>
            </a:r>
            <a:r>
              <a:rPr lang="en-US" sz="2200" dirty="0"/>
              <a:t> </a:t>
            </a:r>
            <a:r>
              <a:rPr lang="en-US" sz="2200" dirty="0" err="1"/>
              <a:t>dengan</a:t>
            </a:r>
            <a:r>
              <a:rPr lang="en-US" sz="2200" dirty="0"/>
              <a:t> </a:t>
            </a:r>
            <a:r>
              <a:rPr lang="en-US" sz="2200" dirty="0" err="1"/>
              <a:t>tipe</a:t>
            </a:r>
            <a:r>
              <a:rPr lang="en-US" sz="2200" dirty="0"/>
              <a:t> data </a:t>
            </a:r>
            <a:r>
              <a:rPr lang="en-US" sz="2200" i="1" dirty="0"/>
              <a:t>None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E8B258-85A2-3BDA-9791-07A680C4A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738" y="2008896"/>
            <a:ext cx="5559062" cy="337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425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F1D1B-7C1D-F508-57F4-C1D52D75E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7328" y="1084478"/>
            <a:ext cx="4111567" cy="1295400"/>
          </a:xfrm>
        </p:spPr>
        <p:txBody>
          <a:bodyPr>
            <a:noAutofit/>
          </a:bodyPr>
          <a:lstStyle/>
          <a:p>
            <a:r>
              <a:rPr lang="en-US" b="1" dirty="0" err="1"/>
              <a:t>Membuat</a:t>
            </a:r>
            <a:r>
              <a:rPr lang="en-US" b="1" dirty="0"/>
              <a:t> Nested Dictionary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4B6FE3-1A60-963E-15EA-D53D7B1D39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4588"/>
          <a:stretch/>
        </p:blipFill>
        <p:spPr>
          <a:xfrm>
            <a:off x="5772061" y="1328736"/>
            <a:ext cx="4851145" cy="30175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95633F-E98B-3672-0D9F-4D4A0456D0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955" t="63633" b="30014"/>
          <a:stretch/>
        </p:blipFill>
        <p:spPr>
          <a:xfrm>
            <a:off x="5772061" y="5444184"/>
            <a:ext cx="5376185" cy="3647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4428D6-96C8-2B4E-CA68-C855FF089149}"/>
              </a:ext>
            </a:extLst>
          </p:cNvPr>
          <p:cNvSpPr txBox="1"/>
          <p:nvPr/>
        </p:nvSpPr>
        <p:spPr>
          <a:xfrm>
            <a:off x="5684512" y="4849170"/>
            <a:ext cx="176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Cara </a:t>
            </a:r>
            <a:r>
              <a:rPr lang="en-US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akses</a:t>
            </a:r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B885AF-C0C3-226A-CF05-B73ECAE645AC}"/>
              </a:ext>
            </a:extLst>
          </p:cNvPr>
          <p:cNvSpPr txBox="1"/>
          <p:nvPr/>
        </p:nvSpPr>
        <p:spPr>
          <a:xfrm>
            <a:off x="997328" y="2759235"/>
            <a:ext cx="402032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Sama </a:t>
            </a:r>
            <a:r>
              <a:rPr lang="en-US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halnya</a:t>
            </a:r>
            <a:r>
              <a:rPr lang="en-US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dengan</a:t>
            </a:r>
            <a:r>
              <a:rPr lang="en-US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list, </a:t>
            </a:r>
            <a:r>
              <a:rPr lang="en-US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kita</a:t>
            </a:r>
            <a:r>
              <a:rPr lang="en-US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dapat</a:t>
            </a:r>
            <a:r>
              <a:rPr lang="en-US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membuat</a:t>
            </a:r>
            <a:r>
              <a:rPr lang="en-US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dictionary di </a:t>
            </a:r>
            <a:r>
              <a:rPr lang="en-US" sz="2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dalam</a:t>
            </a:r>
            <a:r>
              <a:rPr lang="en-US" sz="2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dictionary.</a:t>
            </a:r>
          </a:p>
          <a:p>
            <a:endParaRPr lang="en-US" sz="2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518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83C132-3E3B-F069-459A-33B64C8E2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Terima</a:t>
            </a:r>
            <a:r>
              <a:rPr lang="en-US" sz="5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Kasih</a:t>
            </a:r>
          </a:p>
        </p:txBody>
      </p:sp>
    </p:spTree>
    <p:extLst>
      <p:ext uri="{BB962C8B-B14F-4D97-AF65-F5344CB8AC3E}">
        <p14:creationId xmlns:p14="http://schemas.microsoft.com/office/powerpoint/2010/main" val="3581213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266</Words>
  <Application>Microsoft Office PowerPoint</Application>
  <PresentationFormat>Widescreen</PresentationFormat>
  <Paragraphs>37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Consolas</vt:lpstr>
      <vt:lpstr>Roboto</vt:lpstr>
      <vt:lpstr>Verdana</vt:lpstr>
      <vt:lpstr>Office Theme</vt:lpstr>
      <vt:lpstr>Dictionary</vt:lpstr>
      <vt:lpstr>Pengenalan Dictionary </vt:lpstr>
      <vt:lpstr>Membuat Dictionary</vt:lpstr>
      <vt:lpstr>Dictionary Key</vt:lpstr>
      <vt:lpstr>Metode Dictionary</vt:lpstr>
      <vt:lpstr>Cara mengakses Dictionary</vt:lpstr>
      <vt:lpstr>Menambahkan elemen ke dictionary</vt:lpstr>
      <vt:lpstr>Mengubah value dari key</vt:lpstr>
      <vt:lpstr>Metode keys() dan values()</vt:lpstr>
      <vt:lpstr>Metode update()</vt:lpstr>
      <vt:lpstr>Metode pop() dan popitem()</vt:lpstr>
      <vt:lpstr>Metode clear()</vt:lpstr>
      <vt:lpstr>Membuat Nested Dictionary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DICTIONARY</dc:title>
  <dc:creator>IDX</dc:creator>
  <cp:lastModifiedBy>Muhammad Idris</cp:lastModifiedBy>
  <cp:revision>127</cp:revision>
  <dcterms:created xsi:type="dcterms:W3CDTF">2022-11-04T03:58:18Z</dcterms:created>
  <dcterms:modified xsi:type="dcterms:W3CDTF">2024-07-24T02:59:03Z</dcterms:modified>
</cp:coreProperties>
</file>